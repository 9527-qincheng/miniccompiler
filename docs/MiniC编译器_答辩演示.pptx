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10 个源文件 7,550 行 C++17  ·  126 个用例  ·  11 套回归全绿  ·  912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7,550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 个 .cpp + 9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912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例差分验证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两组独立基准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PPT（17 页）+ docs/项目总结.md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105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与基础版的差异（挑战版）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基础版只有声明 / 赋值 / 表达式；挑战版新增字符串、字符、布尔、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数组、函数、控制流、短路求值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105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105 条 / 分析步骤 68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48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68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AST：19 项枚举 / 18 类在用，前序打印带行列号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84064"/>
            <a:ext cx="5212080" cy="10607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84064"/>
            <a:ext cx="41148" cy="10607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93792"/>
            <a:ext cx="4937760" cy="8778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→ Ident(a) @3:1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→ Ident(b) @3:5 / Num(1) @3:9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五张分表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int / float / bool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char / void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if / while 生成的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五节分表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730752"/>
            <a:ext cx="521208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840480"/>
            <a:ext cx="493776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a : INT    @line 1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b : FLOAT  @line 2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Constants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1 : INT = 1  @line 3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Types ---   // --- Procedures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Labels ---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诊断实测：18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83664"/>
            <a:ext cx="5212080" cy="2596896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83664"/>
            <a:ext cx="41148" cy="2596896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1993392"/>
            <a:ext cx="4937760" cy="24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err_bool_arith.mc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arithmetic operands must be numeric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warning: 7:5: implicit conversion from float to 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(+, b, _T1, _T2)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(JZ,  a, -, L1)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b, -, _T1)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四元式回归：16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stdout：求值顺序、临时变量编号、标号编号、短路展开形态全变了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JZ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Q_INDEX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常量折叠 + 基线命名的坑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35838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常量折叠：两侧皆常量时编译期算完，a = 1 + 2 * 3 → (=, 7, -, a)；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除零/溢出/&amp;&amp; || 故意不折。基线叫 *.expected.quad.txt 而非 *.quad.txt，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否则会被随手编一次 test.mc 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x86-64，能被 gcc 直接汇编链接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(+,    b, _T1, _T2)   addss 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  _T3, -, a)    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生成的汇编（tests/test.asm，47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leave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7216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393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912 例两组差分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633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gcc 编译等价 C 版对照 480 例 + Python 独立求值器 432 例，0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3799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976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25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5217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50383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956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51800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49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1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18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17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29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两组独立基准反查：912 例，零不一致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两组基准，互相补位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基准一：gcc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同一逻辑写 .mc 与 .c 两份，各走自己的编译器，逐行比对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基准二：Python 求值器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随机表达式树深度 4，另写参考求值器，不共享编译器任何代码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为什么两组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gcc 覆盖函数/递归/数组；Python 覆盖优先级与类型转换，单组都有盲区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除零用例跳过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除数求值为 0 的不计入，避免把未定义行为算成缺陷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gcc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Python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207 int + 225 float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67 条，逐条实跑过；59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67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+= %  ?:  等运算符（++ -- 已支持，前后缀均可）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关系运算符已按 C++ 分层，唯 &lt; 与 &lt;= 之间仍同级左结合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5811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4988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不支持结构体 / 枚举 / typedef（char 已按整型参与算术，同 C）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语义检查实参个数与 return 类型；只剩数组下标越界不查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553712"/>
            <a:ext cx="10789920" cy="96926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634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4974336"/>
            <a:ext cx="103327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650992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