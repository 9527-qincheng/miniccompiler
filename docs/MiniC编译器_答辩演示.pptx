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6,940 行 C++17  ·  111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6,940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20240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029968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warning: 7:5: implicit conversion from float to int (truncated, Q9)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四元式回归：16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(=,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15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26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char 不参与算术运算，char 数组仅作字符序列存储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语义不检查数组下标越界、实参个数、return 类型匹配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