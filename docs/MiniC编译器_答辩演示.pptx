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21 个源文件 10,225 行 C++17  ·  149 个用例  ·  12 套回归全绿  ·  1000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10,225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11 个 .cpp + 10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7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1000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例随机差分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与 gcc -O0 对照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10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PPT（18 页）+ docs/项目总结.md（1,106 行）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挑战版语言规格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在声明 / 赋值 / 表达式之上，扩展出字符、布尔、一维数组、函数、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控制流、短路求值、++ / --、常量折叠（字符串字面量语法层不接受）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29200"/>
            <a:ext cx="5212080" cy="120700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29200"/>
            <a:ext cx="41148" cy="120700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38928"/>
            <a:ext cx="4937760" cy="1024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@3:1 -&gt; Ident(a) @3:1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@3:7 -&gt; Ident(b) @3:5 / Num(1) @3:9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UnOp(INC) @4:1     UnOp(NOT) @5:1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七张分表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RecTypeIfAbsent / RecArrayType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按需登记 + 数组类型 × 宽度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由 IR 的 LABEL 四元式登记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六节分表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675887"/>
            <a:ext cx="5212080" cy="175564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675887"/>
            <a:ext cx="41148" cy="17556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785615"/>
            <a:ext cx="493776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 : INT  @line 1  scope 1   b : FLOAT  @line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Constants ---   1 : INT = 1  @line 3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Types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 : INT  size 4    char : CHAR  size 1   // 按需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INT[5] : INT  array 5  size 20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Procedures ---   // --- Params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add.x : INT  #1  @line 6  scope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Labels ---   L1 @line 16   L2 @line 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5541264"/>
            <a:ext cx="5212080" cy="676656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96128"/>
            <a:ext cx="4937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注：Types / Params / Labels 三节此前恒空 —— RecType、形参表、RecLabel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都没有调用点。现已接上；Types 节改成按需登记（RecTypeIfAbsent，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用到哪种才列哪种），标号由 IR 的 LABEL 四元式登记，故 dump 时机移到 IR 之后。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诊断实测：36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操作码照参考书表 5-2：大类名 + 宽度后缀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    // 4 字节单精度加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 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(JNT, a, -, L1)                 // 假则跳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b, -, _T1)     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四元式回归：18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JNT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INDEX_4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(ASSIGN_4,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x86-64，栈式基线上削减四层搬运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addss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生成的汇编（tests/test.asm，45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%rbp, %rsp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popq 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6850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027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1000 例随机差分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26763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tools/random_diff.py 与 gcc -O0 对照，0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1788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0965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32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3205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46725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5902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指令数 −21.2%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8143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四层搬运消除 + 比较塌缩 + 数组地址复用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51663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50840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53080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50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3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36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 / 优化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+ 2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.quad.txt（含 -O）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32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12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端到端差分：1000 例随机程序，零不一致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基准是另一个编译器，不是自己的期望值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基准：gcc -O0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同一棵随机程序树渲染成 .mc 与等价 .c，各走自己的编译器，逐行比对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覆盖面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赋值 / 算术 / 比较 / if-else / while / 函数调用 / 数组读写 / 全局变量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python tools/random_diff.py -n 1000 -s 20261028，退出码 0 即全一致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假不一致怎么排除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字面量带 f 后缀保持单精度；所有变量显式初始化，否则比的是栈残留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1000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例随机程序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-O 前后对照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68 条，逐条实跑过；60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20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组，其中错误演示 8 条；每条都实跑比对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68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+= %= 等复合赋值、取模 %、位运算、三目 ?: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关系运算符按 C++ 分层（== != 低于 &lt; &lt;= &gt; &gt;=）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语义已查实参类型 / return / 常量下标越界；变量下标越界不查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代码生成只做累加器直通与立即数直用，不做寄存器分配与 CSE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626864"/>
            <a:ext cx="10789920" cy="914400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718304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工程化加固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以代码行为为准的收口 —— 不新增语言特性，只修真实缺陷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25420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0392B"/>
                </a:solidFill>
                <a:latin typeface="微软雅黑"/>
              </a:rPr>
              <a:t>189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1000 个空函数编译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修复前 68 150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8132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10 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新增静态检查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个错误 + 4 个警告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48132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3 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符号表死表接上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类型 / 形参 / 标号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48132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97 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-O 前后零差异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①  分析轨迹按需记录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RecordStep 每步都拼「整栈 + 剩余全部 Token」，退化成 O(n²)；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改为默认关闭，只有 --dump-parse 打开。.parse.txt 8 212 字符逐字不变。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②  十项静态检查 + 诊断上下文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数组名 / 常量下标 / return / void / 入口 / 实参类型 / 字面量 / char；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诊断后跟源码行与 ^ 定位符。后四项只能是警告，否则既有用例全崩。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③  符号表三张空表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INT[5] 数组类型行、-- Params 节、RecLabel 接上；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标号由 IR 的 LABEL 四元式登记，dump 必须挪到 IR 之后。</a:t>
            </a:r>
          </a:p>
        </p:txBody>
      </p:sp>
      <p:sp>
        <p:nvSpPr>
          <p:cNvPr id="31" name="Oval 30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④  命令行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-h / --help、-V / --version；错误上限 100 条，超出只计数不打印，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末尾汇总一行说明省略了多少条。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59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⑤  -O 优化与寄存器分配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常量传播 / CSE / 死存储 + 窥孔 + 循环不变量外提；热点固定 %ebx/%esi。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汇编指令 3 010 → 2 557（−21.2%）；比较塌缩、i++、数组读回。</a:t>
            </a:r>
          </a:p>
        </p:txBody>
      </p:sp>
      <p:sp>
        <p:nvSpPr>
          <p:cNvPr id="37" name="Oval 36"/>
          <p:cNvSpPr/>
          <p:nvPr/>
        </p:nvSpPr>
        <p:spPr>
          <a:xfrm>
            <a:off x="626364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59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⑥  持续集成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59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windows-latest + MinGW-w64：工具链 → build.bat test → 五类产物 →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-O 行为一致性冒烟。已在 dev / main 上启用，首次运行 85 秒全绿。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687568"/>
            <a:ext cx="10789920" cy="60350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3387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唯一不变量：默认编译路径的产物逐字不变 —— 18 个 quad 基线、32 个 codegen 基线、36 个语义基线一字节未改。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16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