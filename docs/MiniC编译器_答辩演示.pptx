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9,302 行 C++17  ·  140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9,302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docs/项目总结.md（954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挑战版语言规格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在声明 / 赋值 / 表达式之上，扩展出字符、布尔、一维数组、函数、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都没有调用点。现已接上，标号由 IR 的 LABEL 四元式登记，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故 dump 时机必须从语义之后挪到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2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7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3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93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七项静态检查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优化：切块 + 块内三项 + 四轮窥孔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按标号切基本块，块内做常量传播 / 公共子表达式 / 死存储，再叠四轮窥孔，迭代到不动点。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全仓 140 个用例从「只删 2 条」变成 removed 54 / rewrote 150。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基线、30 个 codegen 基线、32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