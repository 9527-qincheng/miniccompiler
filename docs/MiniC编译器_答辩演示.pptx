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8,129 行 C++17  ·  126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8,129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表达式；挑战版新增字符、布尔、数组、函数、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控制流、短路求值、++ / --、常量折叠（字符串字面量语法层不接受）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29200"/>
            <a:ext cx="5212080" cy="120700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29200"/>
            <a:ext cx="41148" cy="120700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38928"/>
            <a:ext cx="4937760" cy="1024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@3:1 -&gt; Ident(a) @3:1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@3:7 -&gt; Ident(b) @3:5 / Num(1) @3:9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UnOp(INC) @4:1     UnOp(NOT) @5:1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RecBuiltinTypes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5 个内建类型 × 字节宽度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675887"/>
            <a:ext cx="5212080" cy="175564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675887"/>
            <a:ext cx="41148" cy="17556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785615"/>
            <a:ext cx="493776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0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08000"/>
              </a:lnSpc>
            </a:pPr>
            <a:r>
              <a:rPr sz="100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08000"/>
              </a:lnSpc>
            </a:pPr>
            <a:r>
              <a:rPr sz="100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08000"/>
              </a:lnSpc>
            </a:pPr>
            <a:r>
              <a:rPr sz="100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08000"/>
              </a:lnSpc>
            </a:pPr>
            <a:r>
              <a:rPr sz="100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08000"/>
              </a:lnSpc>
            </a:pPr>
            <a:r>
              <a:rPr sz="1000">
                <a:solidFill>
                  <a:srgbClr val="64748B"/>
                </a:solidFill>
                <a:latin typeface="Consolas"/>
              </a:rPr>
              <a:t>// --- Types ---</a:t>
            </a:r>
          </a:p>
          <a:p>
            <a:pPr>
              <a:lnSpc>
                <a:spcPct val="108000"/>
              </a:lnSpc>
            </a:pPr>
            <a:r>
              <a:rPr sz="1000">
                <a:solidFill>
                  <a:srgbClr val="2D3A4A"/>
                </a:solidFill>
                <a:latin typeface="Consolas"/>
              </a:rPr>
              <a:t>int : INT  size 4      float : FLOAT  size 4</a:t>
            </a:r>
          </a:p>
          <a:p>
            <a:pPr>
              <a:lnSpc>
                <a:spcPct val="108000"/>
              </a:lnSpc>
            </a:pPr>
            <a:r>
              <a:rPr sz="1000">
                <a:solidFill>
                  <a:srgbClr val="2D3A4A"/>
                </a:solidFill>
                <a:latin typeface="Consolas"/>
              </a:rPr>
              <a:t>char : CHAR  size 1    void : VOID  size 0</a:t>
            </a:r>
          </a:p>
          <a:p>
            <a:pPr>
              <a:lnSpc>
                <a:spcPct val="108000"/>
              </a:lnSpc>
            </a:pPr>
            <a:r>
              <a:rPr sz="1000">
                <a:solidFill>
                  <a:srgbClr val="64748B"/>
                </a:solidFill>
                <a:latin typeface="Consolas"/>
              </a:rPr>
              <a:t>// --- Procedures ---   // --- Labels ---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5541264"/>
            <a:ext cx="5212080" cy="676656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96128"/>
            <a:ext cx="4937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如注：Types 节此前恒空 —— RecType 是零调用的死接口。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现由 Analyze() 入口调 RecBuiltinTypes() 登记 5 行，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m_iSize 与 codegen 的 movb / movl 口径一致。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诊断实测：19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30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19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30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68 条，逐条实跑过；60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68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+= %  ?:  等运算符（++ -- 已支持，前后缀均可）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关系运算符已按 C++ 分层，唯 &lt; 与 &lt;= 之间仍同级左结合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5811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988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语义检查实参个数与 return 类型；只剩数组下标越界不查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553712"/>
            <a:ext cx="10789920" cy="96926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634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4974336"/>
            <a:ext cx="10332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