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6,940 行 C++17  ·  103 个用例  ·  11 套回归全绿  ·  432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6,940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432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例随机差分验证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与独立参考求值器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门禁：g_ErrorList 非空即 stderr 报错、exit 1；前一段有错则后一段不执行 —— 不会拿残缺 AST 生成脏四元式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92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为类型关键字，031~044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92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92 条 / 分析步骤 66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16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66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AST：18 类节点，前序打印带行列号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诊断实测：12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20240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2029968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warning: 7:5: implicit conversion from float to int (truncated, Q9)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四元式回归：14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stdout，表达式求值顺序、临时变量编号、标号编号、短路展开形态全变了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基线命名的坑（已规避）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413248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2A22"/>
                </a:solidFill>
                <a:latin typeface="微软雅黑"/>
              </a:rPr>
              <a:t>基线叫 *.expected.quad.txt 而不是 *.quad.txt：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2A22"/>
                </a:solidFill>
                <a:latin typeface="微软雅黑"/>
              </a:rPr>
              <a:t>后者会被任何人随手编一次 test.mc 就覆盖掉。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432 例随机差分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随机生成表达式，用 Python 写独立参考求值器对照，0 不一致（除零跳过）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43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12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14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25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54 条断言 / sample-smoke 7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用独立参考实现反查：432 例随机表达式，零不一致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方法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随机生成表达式树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深度 4，覆盖 + - * / 与括号、int 与 float 两套类型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Python 独立求值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另写一份参考求值器，不共享编译器任何代码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比对运行输出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 → 汇编 → 链接 → 运行，stdout 与参考值逐字对照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207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 有效用例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225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float 有效用例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还验证了什么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栈对齐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16 字节对齐，否则 printf 变参调用会崩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种退出码情形逐一实测：正常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++ -- += %  ?:  等运算符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char 不参与算术运算，char 数组仅作字符序列存储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18" name="Oval 17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语义不检查数组下标越界、实参个数、return 类型匹配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626864"/>
            <a:ext cx="10789920" cy="84124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" y="475488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5065776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6875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