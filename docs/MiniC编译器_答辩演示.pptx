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8,129 行 C++17  ·  126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8,129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诊断实测：18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30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19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30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关系运算符已按 C++ 分层，唯 &lt; 与 &lt;= 之间仍同级左结合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5811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988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语义检查实参个数与 return 类型；只剩数组下标越界不查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