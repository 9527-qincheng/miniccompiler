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7,504 行 C++17  ·  122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7,504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102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102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102 条 / 分析步骤 66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16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66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AST：18 类节点，前序打印带行列号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诊断实测：18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四元式回归：16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(=,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49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17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29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语义检查实参个数与 return 类型；只剩数组下标越界不查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