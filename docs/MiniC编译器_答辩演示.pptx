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9,302 行 C++17  ·  140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9,302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docs/项目总结.md（954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表达式；挑战版新增字符、布尔、数组、函数、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RecBuiltinTypes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5 个内建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都没有调用点。现已接上，标号由 IR 的 LABEL 四元式登记，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故 dump 时机必须从语义之后挪到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诊断实测：32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30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2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32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30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语义已查实参类型 / return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代码生成只做累加器直通与立即数直用，不做寄存器分配与 CSE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7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3 个错误 + 4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93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七项静态检查 + 诊断上下文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 / 常量下标 / return / 入口 / 实参类型 / 字面量 / char；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诊断后跟源码行与 ^ 定位符。后四项只能是警告，否则既有用例全崩。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窥孔优化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常量条件跳转 / 删不可达 / 删空跳 / 删死临时量与死标号，共四轮。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第一版把条件跳转当块结束，删掉 if 真分支 —— 16 个用例输出变了。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 dev / main 上启用，首次运行 85 秒全绿。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基线、30 个 codegen 基线、32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