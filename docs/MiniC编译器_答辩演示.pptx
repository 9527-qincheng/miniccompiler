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7,386 行 C++17  ·  117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7,386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102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102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102 条 / 分析步骤 66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16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66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AST：18 类节点，前序打印带行列号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诊断实测：14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四元式回归：16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(=,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49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14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17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28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语义不检查数组下标越界、实参个数、return 类型匹配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