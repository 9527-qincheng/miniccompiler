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6,940 行 C++17  ·  111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6,940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102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102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102 条 / 分析步骤 66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16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66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AST：18 类节点，前序打印带行列号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20240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029968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warning: 7:5: implicit conversion from float to int (truncated, Q9)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四元式回归：14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stdout，表达式求值顺序、临时变量编号、标号编号、短路展开形态全变了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基线命名的坑（已规避）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41324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2A22"/>
                </a:solidFill>
                <a:latin typeface="微软雅黑"/>
              </a:rPr>
              <a:t>基线叫 *.expected.quad.txt 而不是 *.quad.txt：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2A22"/>
                </a:solidFill>
                <a:latin typeface="微软雅黑"/>
              </a:rPr>
              <a:t>后者会被任何人随手编一次 test.mc 就覆盖掉。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49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15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26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++ -- += %  ?:  等运算符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char 不参与算术运算，char 数组仅作字符序列存储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语义不检查数组下标越界、实参个数、return 类型匹配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626864"/>
            <a:ext cx="10789920" cy="84124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75488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06577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875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