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9,572 行 C++17  ·  140 个用例  ·  11 套回归全绿  ·  1000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9,572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 gcc -O0 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docs/项目总结.md（1,047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x86-64，栈式基线之上做了三层搬运消除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生成的汇编（tests/test.asm，45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%rbp, %rsp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popq 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6850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027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1000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26763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tools/random_diff.py 与 gcc -O0 对照，0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1788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0965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3205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6725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5902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指令数 −18.3%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143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累加器直通 + 立即数直用 + 热点变量进 %ebx/%esi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1663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50840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3080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端到端差分：1000 例随机程序，零不一致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基准是另一个编译器，不是自己的期望值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基准：gcc -O0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同一棵随机程序树渲染成 .mc 与等价 .c，各走自己的编译器，逐行比对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覆盖面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赋值 / 算术 / 比较 / if-else / while / 函数调用 / 数组读写 / 全局变量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python tools/random_diff.py -n 1000 -s 20261028，退出码 0 即全一致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假不一致怎么排除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字面量带 f 后缀保持单精度；所有变量显式初始化，否则比的是栈残留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例随机程序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-O 前后对照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7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3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93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七项静态检查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优化与寄存器分配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按标号切块做常量传播 / CSE / 死存储 + 四轮窥孔，迭代到不动点；热点局部整型标量固定 %ebx/%esi。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全仓 removed 54 / rewrote 150；汇编指令 3 010 → 2 652（−11.9%）。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基线、30 个 codegen 基线、32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